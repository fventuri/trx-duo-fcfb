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 i="0">
                <a:solidFill>
                  <a:srgbClr val="0F172A"/>
                </a:solidFill>
                <a:latin typeface="Calibri"/>
              </a:rPr>
              <a:t>Loss-free int24 bins / datagram (40 000 pkt/s)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loss-free int24 bins / datagram</c:v>
                </c:pt>
              </c:strCache>
            </c:strRef>
          </c:tx>
          <c:dPt>
            <c:idx val="0"/>
            <c:spPr>
              <a:solidFill>
                <a:srgbClr val="64748B"/>
              </a:solidFill>
            </c:spPr>
          </c:dPt>
          <c:dPt>
            <c:idx val="1"/>
            <c:spPr>
              <a:solidFill>
                <a:srgbClr val="1D4ED8"/>
              </a:solidFill>
            </c:spPr>
          </c:dPt>
          <c:dPt>
            <c:idx val="2"/>
            <c:spPr>
              <a:solidFill>
                <a:srgbClr val="15803D"/>
              </a:solidFill>
            </c:spPr>
          </c:dPt>
          <c:cat>
            <c:strRef>
              <c:f>Sheet1!$A$2:$A$4</c:f>
              <c:strCache>
                <c:ptCount val="3"/>
                <c:pt idx="0">
                  <c:v>Stock
MTU 1500</c:v>
                </c:pt>
                <c:pt idx="1">
                  <c:v>Jumbo 3980
+ sendmmsg</c:v>
                </c:pt>
                <c:pt idx="2">
                  <c:v>Jumbo 3980
+ zero-copy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242</c:v>
                </c:pt>
                <c:pt idx="1">
                  <c:v>327</c:v>
                </c:pt>
                <c:pt idx="2">
                  <c:v>500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0F172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10058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fcfb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957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CADCFC"/>
                </a:solidFill>
                <a:latin typeface="Calibri"/>
              </a:rPr>
              <a:t>A split fast-convolution filter bank for the TRX-duo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FB7D9"/>
                </a:solidFill>
                <a:latin typeface="Calibri"/>
              </a:rPr>
              <a:t>Wideband analysis on a Zynq-7010 FPGA  ·  channel synthesis on the host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C9CB0"/>
                </a:solidFill>
                <a:latin typeface="Calibri"/>
              </a:rPr>
              <a:t>Franco Venturi, K4VZ  ·  October 2026</a:t>
            </a:r>
          </a:p>
        </p:txBody>
      </p:sp>
      <p:pic>
        <p:nvPicPr>
          <p:cNvPr id="6" name="Picture 5" descr="mo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" y="5440680"/>
            <a:ext cx="11887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What fcfb is —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7043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One wideband analysis filter bank runs on the board; the host reconstructs individual receivers from it. The expensive full-rate DSP happens once, in the FPGA; the flexible per-channel work runs on a commodity PC.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31720"/>
            <a:ext cx="269748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606039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_layers_1d4e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547" y="2691627"/>
            <a:ext cx="542056" cy="5420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520439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One capture, many receivers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22219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A single wideband bank on the board; the host pulls as many channels as the link budget allows.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2331720"/>
            <a:ext cx="269748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75888" y="2606039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_sliders_1580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475" y="2691627"/>
            <a:ext cx="542056" cy="5420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75888" y="3520439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Channels defined on the 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4206240"/>
            <a:ext cx="22219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Centre frequency, bandwidth, Kaiser filters and demodulation — all chosen at runtime.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2331720"/>
            <a:ext cx="269748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28816" y="2606039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_code_3341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403" y="2691627"/>
            <a:ext cx="542056" cy="5420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28816" y="3520439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Flexibility in 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4206240"/>
            <a:ext cx="22219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New modes and receivers are host code, not an FPGA gateware rebuild.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5711" y="2331720"/>
            <a:ext cx="269748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81743" y="2606039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dollar_b453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7331" y="2691627"/>
            <a:ext cx="542056" cy="5420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81743" y="3520439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Modest hardware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3" y="4206240"/>
            <a:ext cx="22219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An inexpensive Zynq-7010 board paired with an ordinary host PC.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fcfb — split fast-convolution filter bank for the TRX-duo  ·  Franco Venturi, K4VZ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Two systems: board + host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42" y="1188720"/>
            <a:ext cx="10815211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fcfb — split fast-convolution filter bank for the TRX-duo  ·  Franco Venturi, K4VZ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The analysis engine: overlap-save + WOLA</a:t>
            </a:r>
          </a:p>
        </p:txBody>
      </p:sp>
      <p:pic>
        <p:nvPicPr>
          <p:cNvPr id="3" name="Picture 2" descr="wo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3517"/>
            <a:ext cx="11338560" cy="4599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fcfb — split fast-convolution filter bank for the TRX-duo  ·  Franco Venturi, K4VZ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Ship only the bins the host needs</a:t>
            </a:r>
          </a:p>
        </p:txBody>
      </p:sp>
      <p:pic>
        <p:nvPicPr>
          <p:cNvPr id="3" name="Picture 2" descr="binse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3232"/>
            <a:ext cx="11155680" cy="4420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fcfb — split fast-convolution filter bank for the TRX-duo  ·  Franco Venturi, K4VZ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Constraints we had to overcome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417320"/>
            <a:ext cx="3538728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764792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_network_334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51" y="1856963"/>
            <a:ext cx="583752" cy="583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2743200"/>
            <a:ext cx="29352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1 GbE throughput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The link cannot carry the full-rate dual-ADC spectrum. The real wall is per-datagram packet rate, not line rate: at a 1500-byte MTU a record must fit one unfragmented datagram (≤ 242 int24 bins) — fragment it and loss sets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17320"/>
            <a:ext cx="3538728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0288" y="1764792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cpu_1d4e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459" y="1856963"/>
            <a:ext cx="583752" cy="583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90288" y="2743200"/>
            <a:ext cx="29352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Zynq-7010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A small, inexpensive part. The WOLA prefilter is folded to its storage floor (NB = T+1) — the largest analysis bank that fits the 7010's block RAM.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417320"/>
            <a:ext cx="3538728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11896" y="1764792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_clock_b453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067" y="1856963"/>
            <a:ext cx="583752" cy="583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11896" y="2743200"/>
            <a:ext cx="29352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Clock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The analysis FFT runs at the full 125 Msps ADC rate: a 125 MHz datapath with 2× and 3× clock domains driving the complex-multiply FFT in step.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fcfb — split fast-convolution filter bank for the TRX-duo  ·  Franco Venturi, K4VZ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Network: jumbo frames + zero-copy UDP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66928" y="1325880"/>
          <a:ext cx="548640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4041648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Zero-copy moves the ceiling from the packet-rate wall to raw GbE line rate: W ≈ 500 bins on one ADC (~506 theoretical, wmax 512 just above) streams loss-free at ~99% of 1 GbE — ≈ 15.3 MHz. Both ADCs: 250 bins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120640"/>
            <a:ext cx="54864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Why 24-bit bins: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the wideband bank carries the whole band's dynamic range through one quantiser. 16-bit samples would hold the on-wire floor near −90 dBc and limit reconstruction; 24-bit keeps quantisation below the ~−102 dBc fixed-point ceiling — at 3 bytes per bin.</a:t>
            </a:r>
          </a:p>
        </p:txBody>
      </p:sp>
      <p:pic>
        <p:nvPicPr>
          <p:cNvPr id="6" name="Picture 5" descr="zc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513" y="1234440"/>
            <a:ext cx="4837813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553212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0F172A"/>
                </a:solidFill>
                <a:latin typeface="Calibri"/>
              </a:rPr>
              <a:t>Jumbo + zero-copy: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the macb driver ships with jumbo disabled; a kernel patch enables MTU 3980. A second patch DMAs each datagram straight from the ring — no copy, no get_user_pages — breaking the ~30k packets/s wall so the fixed 40k/s sustains at line rate (~119 MB/s).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fcfb — split fast-convolution filter bank for the TRX-duo  ·  Franco Venturi, K4VZ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The host applications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371600"/>
            <a:ext cx="353872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700784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_grid_1d4e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51" y="1792955"/>
            <a:ext cx="583752" cy="583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2224" y="1755648"/>
            <a:ext cx="21671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fcfbfarm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Decoder farm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2971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Reconstructs many channels from the one board stream and runs jt9 (FT8/FT4) or wsprd (WSPR) on UTC-aligned windows — many receivers over a single stream session.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371600"/>
            <a:ext cx="353872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0288" y="1700784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radio_1580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459" y="1792955"/>
            <a:ext cx="583752" cy="583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13832" y="1755648"/>
            <a:ext cx="21671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fcfbhpsdr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openHPSDR Protocol-2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71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Presents the board to piHPSDR, Thetis or linhpsdr as one or more radios; the client picks each DDC's centre frequency, sample rate and ADC at runtime.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371600"/>
            <a:ext cx="353872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11896" y="1700784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_info_b453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067" y="1792955"/>
            <a:ext cx="583752" cy="583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35440" y="1755648"/>
            <a:ext cx="21671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fcfbinfo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Board 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788920"/>
            <a:ext cx="2971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A one-shot query for die temperature, supply voltages, FPGA part and loaded gateware — answered on a separate port, safe to run mid-stream.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235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475569"/>
                </a:solidFill>
                <a:latin typeface="Calibri"/>
              </a:rPr>
              <a:t>One zero-dependency Go package → single static binaries for Linux, Windows and macOS; the synthesis kernel is embedded, so nothing else ships.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fcfb — split fast-convolution filter bank for the TRX-duo  ·  Franco Venturi, K4VZ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Diversity reception</a:t>
            </a:r>
          </a:p>
        </p:txBody>
      </p:sp>
      <p:pic>
        <p:nvPicPr>
          <p:cNvPr id="3" name="Picture 2" descr="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36039"/>
            <a:ext cx="11155680" cy="45254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43737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fcfb — split fast-convolution filter bank for the TRX-duo  ·  Franco Venturi, K4VZ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